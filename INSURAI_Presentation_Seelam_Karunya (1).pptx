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70" r:id="rId1"/>
  </p:sldMasterIdLst>
  <p:sldIdLst>
    <p:sldId id="256" r:id="rId2"/>
    <p:sldId id="257" r:id="rId3"/>
    <p:sldId id="259" r:id="rId4"/>
    <p:sldId id="260" r:id="rId5"/>
    <p:sldId id="261" r:id="rId6"/>
    <p:sldId id="276" r:id="rId7"/>
    <p:sldId id="277" r:id="rId8"/>
    <p:sldId id="278" r:id="rId9"/>
    <p:sldId id="279" r:id="rId10"/>
    <p:sldId id="280" r:id="rId11"/>
    <p:sldId id="281" r:id="rId12"/>
    <p:sldId id="274" r:id="rId13"/>
    <p:sldId id="275"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067A46-BC77-4C39-97A7-78AA8EC113D9}" v="8" dt="2025-12-17T03:59:56.6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94660"/>
  </p:normalViewPr>
  <p:slideViewPr>
    <p:cSldViewPr snapToGrid="0" snapToObjects="1">
      <p:cViewPr>
        <p:scale>
          <a:sx n="79" d="100"/>
          <a:sy n="79" d="100"/>
        </p:scale>
        <p:origin x="288"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unya seelam" userId="54b95aa8285046e0" providerId="LiveId" clId="{B4CDE8E7-44BB-4E3E-940D-0EC5AE1EE0C8}"/>
    <pc:docChg chg="undo custSel addSld delSld modSld sldOrd">
      <pc:chgData name="karunya seelam" userId="54b95aa8285046e0" providerId="LiveId" clId="{B4CDE8E7-44BB-4E3E-940D-0EC5AE1EE0C8}" dt="2025-12-17T06:55:30.039" v="382" actId="255"/>
      <pc:docMkLst>
        <pc:docMk/>
      </pc:docMkLst>
      <pc:sldChg chg="modSp mod">
        <pc:chgData name="karunya seelam" userId="54b95aa8285046e0" providerId="LiveId" clId="{B4CDE8E7-44BB-4E3E-940D-0EC5AE1EE0C8}" dt="2025-12-17T04:00:14.202" v="60" actId="20577"/>
        <pc:sldMkLst>
          <pc:docMk/>
          <pc:sldMk cId="0" sldId="256"/>
        </pc:sldMkLst>
        <pc:spChg chg="mod">
          <ac:chgData name="karunya seelam" userId="54b95aa8285046e0" providerId="LiveId" clId="{B4CDE8E7-44BB-4E3E-940D-0EC5AE1EE0C8}" dt="2025-12-17T03:59:56.653" v="54"/>
          <ac:spMkLst>
            <pc:docMk/>
            <pc:sldMk cId="0" sldId="256"/>
            <ac:spMk id="2" creationId="{00000000-0000-0000-0000-000000000000}"/>
          </ac:spMkLst>
        </pc:spChg>
        <pc:spChg chg="mod">
          <ac:chgData name="karunya seelam" userId="54b95aa8285046e0" providerId="LiveId" clId="{B4CDE8E7-44BB-4E3E-940D-0EC5AE1EE0C8}" dt="2025-12-17T04:00:14.202" v="60" actId="20577"/>
          <ac:spMkLst>
            <pc:docMk/>
            <pc:sldMk cId="0" sldId="256"/>
            <ac:spMk id="3" creationId="{00000000-0000-0000-0000-000000000000}"/>
          </ac:spMkLst>
        </pc:spChg>
      </pc:sldChg>
      <pc:sldChg chg="modSp mod">
        <pc:chgData name="karunya seelam" userId="54b95aa8285046e0" providerId="LiveId" clId="{B4CDE8E7-44BB-4E3E-940D-0EC5AE1EE0C8}" dt="2025-12-17T03:59:56.653" v="54"/>
        <pc:sldMkLst>
          <pc:docMk/>
          <pc:sldMk cId="0" sldId="257"/>
        </pc:sldMkLst>
        <pc:spChg chg="mod">
          <ac:chgData name="karunya seelam" userId="54b95aa8285046e0" providerId="LiveId" clId="{B4CDE8E7-44BB-4E3E-940D-0EC5AE1EE0C8}" dt="2025-12-17T03:59:56.653" v="54"/>
          <ac:spMkLst>
            <pc:docMk/>
            <pc:sldMk cId="0" sldId="257"/>
            <ac:spMk id="2" creationId="{00000000-0000-0000-0000-000000000000}"/>
          </ac:spMkLst>
        </pc:spChg>
        <pc:spChg chg="mod">
          <ac:chgData name="karunya seelam" userId="54b95aa8285046e0" providerId="LiveId" clId="{B4CDE8E7-44BB-4E3E-940D-0EC5AE1EE0C8}" dt="2025-12-17T03:59:56.653" v="54"/>
          <ac:spMkLst>
            <pc:docMk/>
            <pc:sldMk cId="0" sldId="257"/>
            <ac:spMk id="3" creationId="{00000000-0000-0000-0000-000000000000}"/>
          </ac:spMkLst>
        </pc:spChg>
      </pc:sldChg>
      <pc:sldChg chg="modSp del mod">
        <pc:chgData name="karunya seelam" userId="54b95aa8285046e0" providerId="LiveId" clId="{B4CDE8E7-44BB-4E3E-940D-0EC5AE1EE0C8}" dt="2025-12-17T04:10:50.640" v="66" actId="2696"/>
        <pc:sldMkLst>
          <pc:docMk/>
          <pc:sldMk cId="0" sldId="258"/>
        </pc:sldMkLst>
        <pc:spChg chg="mod">
          <ac:chgData name="karunya seelam" userId="54b95aa8285046e0" providerId="LiveId" clId="{B4CDE8E7-44BB-4E3E-940D-0EC5AE1EE0C8}" dt="2025-12-17T04:01:49.307" v="63" actId="1036"/>
          <ac:spMkLst>
            <pc:docMk/>
            <pc:sldMk cId="0" sldId="258"/>
            <ac:spMk id="2" creationId="{00000000-0000-0000-0000-000000000000}"/>
          </ac:spMkLst>
        </pc:spChg>
        <pc:spChg chg="mod">
          <ac:chgData name="karunya seelam" userId="54b95aa8285046e0" providerId="LiveId" clId="{B4CDE8E7-44BB-4E3E-940D-0EC5AE1EE0C8}" dt="2025-12-17T03:59:56.653" v="54"/>
          <ac:spMkLst>
            <pc:docMk/>
            <pc:sldMk cId="0" sldId="258"/>
            <ac:spMk id="3" creationId="{00000000-0000-0000-0000-000000000000}"/>
          </ac:spMkLst>
        </pc:spChg>
      </pc:sldChg>
      <pc:sldChg chg="addSp delSp modSp mod">
        <pc:chgData name="karunya seelam" userId="54b95aa8285046e0" providerId="LiveId" clId="{B4CDE8E7-44BB-4E3E-940D-0EC5AE1EE0C8}" dt="2025-12-17T04:14:16.440" v="109" actId="20577"/>
        <pc:sldMkLst>
          <pc:docMk/>
          <pc:sldMk cId="0" sldId="259"/>
        </pc:sldMkLst>
        <pc:spChg chg="mod">
          <ac:chgData name="karunya seelam" userId="54b95aa8285046e0" providerId="LiveId" clId="{B4CDE8E7-44BB-4E3E-940D-0EC5AE1EE0C8}" dt="2025-12-17T03:59:56.653" v="54"/>
          <ac:spMkLst>
            <pc:docMk/>
            <pc:sldMk cId="0" sldId="259"/>
            <ac:spMk id="2" creationId="{00000000-0000-0000-0000-000000000000}"/>
          </ac:spMkLst>
        </pc:spChg>
        <pc:spChg chg="del mod">
          <ac:chgData name="karunya seelam" userId="54b95aa8285046e0" providerId="LiveId" clId="{B4CDE8E7-44BB-4E3E-940D-0EC5AE1EE0C8}" dt="2025-12-17T04:11:31.390" v="70"/>
          <ac:spMkLst>
            <pc:docMk/>
            <pc:sldMk cId="0" sldId="259"/>
            <ac:spMk id="3" creationId="{00000000-0000-0000-0000-000000000000}"/>
          </ac:spMkLst>
        </pc:spChg>
        <pc:spChg chg="add del mod">
          <ac:chgData name="karunya seelam" userId="54b95aa8285046e0" providerId="LiveId" clId="{B4CDE8E7-44BB-4E3E-940D-0EC5AE1EE0C8}" dt="2025-12-17T04:11:55.790" v="82"/>
          <ac:spMkLst>
            <pc:docMk/>
            <pc:sldMk cId="0" sldId="259"/>
            <ac:spMk id="4" creationId="{F5681B33-058E-9C9F-88D6-33CFA113F1BA}"/>
          </ac:spMkLst>
        </pc:spChg>
        <pc:spChg chg="add mod">
          <ac:chgData name="karunya seelam" userId="54b95aa8285046e0" providerId="LiveId" clId="{B4CDE8E7-44BB-4E3E-940D-0EC5AE1EE0C8}" dt="2025-12-17T04:14:16.440" v="109" actId="20577"/>
          <ac:spMkLst>
            <pc:docMk/>
            <pc:sldMk cId="0" sldId="259"/>
            <ac:spMk id="5" creationId="{613098FF-3709-BBA1-12DA-C4A3F2ADB53D}"/>
          </ac:spMkLst>
        </pc:spChg>
      </pc:sldChg>
      <pc:sldChg chg="modSp mod">
        <pc:chgData name="karunya seelam" userId="54b95aa8285046e0" providerId="LiveId" clId="{B4CDE8E7-44BB-4E3E-940D-0EC5AE1EE0C8}" dt="2025-12-17T04:15:56.203" v="132" actId="20577"/>
        <pc:sldMkLst>
          <pc:docMk/>
          <pc:sldMk cId="0" sldId="260"/>
        </pc:sldMkLst>
        <pc:spChg chg="mod">
          <ac:chgData name="karunya seelam" userId="54b95aa8285046e0" providerId="LiveId" clId="{B4CDE8E7-44BB-4E3E-940D-0EC5AE1EE0C8}" dt="2025-12-17T03:59:56.653" v="54"/>
          <ac:spMkLst>
            <pc:docMk/>
            <pc:sldMk cId="0" sldId="260"/>
            <ac:spMk id="2" creationId="{00000000-0000-0000-0000-000000000000}"/>
          </ac:spMkLst>
        </pc:spChg>
        <pc:spChg chg="mod">
          <ac:chgData name="karunya seelam" userId="54b95aa8285046e0" providerId="LiveId" clId="{B4CDE8E7-44BB-4E3E-940D-0EC5AE1EE0C8}" dt="2025-12-17T04:15:56.203" v="132" actId="20577"/>
          <ac:spMkLst>
            <pc:docMk/>
            <pc:sldMk cId="0" sldId="260"/>
            <ac:spMk id="3" creationId="{00000000-0000-0000-0000-000000000000}"/>
          </ac:spMkLst>
        </pc:spChg>
      </pc:sldChg>
      <pc:sldChg chg="addSp delSp modSp mod ord">
        <pc:chgData name="karunya seelam" userId="54b95aa8285046e0" providerId="LiveId" clId="{B4CDE8E7-44BB-4E3E-940D-0EC5AE1EE0C8}" dt="2025-12-17T06:28:24.565" v="182" actId="255"/>
        <pc:sldMkLst>
          <pc:docMk/>
          <pc:sldMk cId="0" sldId="261"/>
        </pc:sldMkLst>
        <pc:spChg chg="mod">
          <ac:chgData name="karunya seelam" userId="54b95aa8285046e0" providerId="LiveId" clId="{B4CDE8E7-44BB-4E3E-940D-0EC5AE1EE0C8}" dt="2025-12-17T04:23:27.105" v="151" actId="20577"/>
          <ac:spMkLst>
            <pc:docMk/>
            <pc:sldMk cId="0" sldId="261"/>
            <ac:spMk id="2" creationId="{00000000-0000-0000-0000-000000000000}"/>
          </ac:spMkLst>
        </pc:spChg>
        <pc:spChg chg="del mod">
          <ac:chgData name="karunya seelam" userId="54b95aa8285046e0" providerId="LiveId" clId="{B4CDE8E7-44BB-4E3E-940D-0EC5AE1EE0C8}" dt="2025-12-17T06:27:21.363" v="174"/>
          <ac:spMkLst>
            <pc:docMk/>
            <pc:sldMk cId="0" sldId="261"/>
            <ac:spMk id="3" creationId="{00000000-0000-0000-0000-000000000000}"/>
          </ac:spMkLst>
        </pc:spChg>
        <pc:spChg chg="add del mod">
          <ac:chgData name="karunya seelam" userId="54b95aa8285046e0" providerId="LiveId" clId="{B4CDE8E7-44BB-4E3E-940D-0EC5AE1EE0C8}" dt="2025-12-17T06:27:33.842" v="179"/>
          <ac:spMkLst>
            <pc:docMk/>
            <pc:sldMk cId="0" sldId="261"/>
            <ac:spMk id="4" creationId="{BAA50324-1BE4-F34D-ABB7-B9183CF5BEC6}"/>
          </ac:spMkLst>
        </pc:spChg>
        <pc:spChg chg="add mod">
          <ac:chgData name="karunya seelam" userId="54b95aa8285046e0" providerId="LiveId" clId="{B4CDE8E7-44BB-4E3E-940D-0EC5AE1EE0C8}" dt="2025-12-17T06:28:24.565" v="182" actId="255"/>
          <ac:spMkLst>
            <pc:docMk/>
            <pc:sldMk cId="0" sldId="261"/>
            <ac:spMk id="5" creationId="{A0240692-A1B1-2ED3-DE48-98F3E880675A}"/>
          </ac:spMkLst>
        </pc:spChg>
      </pc:sldChg>
      <pc:sldChg chg="modSp mod">
        <pc:chgData name="karunya seelam" userId="54b95aa8285046e0" providerId="LiveId" clId="{B4CDE8E7-44BB-4E3E-940D-0EC5AE1EE0C8}" dt="2025-12-17T06:54:54.728" v="377"/>
        <pc:sldMkLst>
          <pc:docMk/>
          <pc:sldMk cId="0" sldId="274"/>
        </pc:sldMkLst>
        <pc:spChg chg="mod">
          <ac:chgData name="karunya seelam" userId="54b95aa8285046e0" providerId="LiveId" clId="{B4CDE8E7-44BB-4E3E-940D-0EC5AE1EE0C8}" dt="2025-12-17T03:59:56.653" v="54"/>
          <ac:spMkLst>
            <pc:docMk/>
            <pc:sldMk cId="0" sldId="274"/>
            <ac:spMk id="2" creationId="{00000000-0000-0000-0000-000000000000}"/>
          </ac:spMkLst>
        </pc:spChg>
        <pc:spChg chg="mod">
          <ac:chgData name="karunya seelam" userId="54b95aa8285046e0" providerId="LiveId" clId="{B4CDE8E7-44BB-4E3E-940D-0EC5AE1EE0C8}" dt="2025-12-17T06:54:54.728" v="377"/>
          <ac:spMkLst>
            <pc:docMk/>
            <pc:sldMk cId="0" sldId="274"/>
            <ac:spMk id="3" creationId="{00000000-0000-0000-0000-000000000000}"/>
          </ac:spMkLst>
        </pc:spChg>
      </pc:sldChg>
      <pc:sldChg chg="modSp mod">
        <pc:chgData name="karunya seelam" userId="54b95aa8285046e0" providerId="LiveId" clId="{B4CDE8E7-44BB-4E3E-940D-0EC5AE1EE0C8}" dt="2025-12-17T06:55:30.039" v="382" actId="255"/>
        <pc:sldMkLst>
          <pc:docMk/>
          <pc:sldMk cId="0" sldId="275"/>
        </pc:sldMkLst>
        <pc:spChg chg="mod">
          <ac:chgData name="karunya seelam" userId="54b95aa8285046e0" providerId="LiveId" clId="{B4CDE8E7-44BB-4E3E-940D-0EC5AE1EE0C8}" dt="2025-12-17T06:55:30.039" v="382" actId="255"/>
          <ac:spMkLst>
            <pc:docMk/>
            <pc:sldMk cId="0" sldId="275"/>
            <ac:spMk id="2" creationId="{00000000-0000-0000-0000-000000000000}"/>
          </ac:spMkLst>
        </pc:spChg>
      </pc:sldChg>
      <pc:sldChg chg="addSp delSp modSp mod">
        <pc:chgData name="karunya seelam" userId="54b95aa8285046e0" providerId="LiveId" clId="{B4CDE8E7-44BB-4E3E-940D-0EC5AE1EE0C8}" dt="2025-12-17T06:53:34.276" v="375" actId="14100"/>
        <pc:sldMkLst>
          <pc:docMk/>
          <pc:sldMk cId="2428171129" sldId="276"/>
        </pc:sldMkLst>
        <pc:spChg chg="add del mod">
          <ac:chgData name="karunya seelam" userId="54b95aa8285046e0" providerId="LiveId" clId="{B4CDE8E7-44BB-4E3E-940D-0EC5AE1EE0C8}" dt="2025-12-17T06:52:58.982" v="366"/>
          <ac:spMkLst>
            <pc:docMk/>
            <pc:sldMk cId="2428171129" sldId="276"/>
            <ac:spMk id="3" creationId="{C0C63F7C-9CD6-DB86-49BC-E952D303646B}"/>
          </ac:spMkLst>
        </pc:spChg>
        <pc:picChg chg="del mod">
          <ac:chgData name="karunya seelam" userId="54b95aa8285046e0" providerId="LiveId" clId="{B4CDE8E7-44BB-4E3E-940D-0EC5AE1EE0C8}" dt="2025-12-17T06:52:54.039" v="365" actId="478"/>
          <ac:picMkLst>
            <pc:docMk/>
            <pc:sldMk cId="2428171129" sldId="276"/>
            <ac:picMk id="9" creationId="{44A67B98-4A40-6705-F779-6E39B929E406}"/>
          </ac:picMkLst>
        </pc:picChg>
        <pc:picChg chg="add mod">
          <ac:chgData name="karunya seelam" userId="54b95aa8285046e0" providerId="LiveId" clId="{B4CDE8E7-44BB-4E3E-940D-0EC5AE1EE0C8}" dt="2025-12-17T06:53:34.276" v="375" actId="14100"/>
          <ac:picMkLst>
            <pc:docMk/>
            <pc:sldMk cId="2428171129" sldId="276"/>
            <ac:picMk id="5122" creationId="{0BD7AB28-93CD-46BD-F9A9-00ED20C3B545}"/>
          </ac:picMkLst>
        </pc:picChg>
      </pc:sldChg>
      <pc:sldChg chg="addSp delSp modSp mod">
        <pc:chgData name="karunya seelam" userId="54b95aa8285046e0" providerId="LiveId" clId="{B4CDE8E7-44BB-4E3E-940D-0EC5AE1EE0C8}" dt="2025-12-17T06:29:51.248" v="204"/>
        <pc:sldMkLst>
          <pc:docMk/>
          <pc:sldMk cId="3610829826" sldId="277"/>
        </pc:sldMkLst>
        <pc:spChg chg="mod">
          <ac:chgData name="karunya seelam" userId="54b95aa8285046e0" providerId="LiveId" clId="{B4CDE8E7-44BB-4E3E-940D-0EC5AE1EE0C8}" dt="2025-12-17T06:28:47.687" v="195"/>
          <ac:spMkLst>
            <pc:docMk/>
            <pc:sldMk cId="3610829826" sldId="277"/>
            <ac:spMk id="2" creationId="{22C0FF53-CDC4-8BD3-DC9D-9A4F36E757A9}"/>
          </ac:spMkLst>
        </pc:spChg>
        <pc:spChg chg="del mod">
          <ac:chgData name="karunya seelam" userId="54b95aa8285046e0" providerId="LiveId" clId="{B4CDE8E7-44BB-4E3E-940D-0EC5AE1EE0C8}" dt="2025-12-17T06:29:20.995" v="199"/>
          <ac:spMkLst>
            <pc:docMk/>
            <pc:sldMk cId="3610829826" sldId="277"/>
            <ac:spMk id="3" creationId="{81B5296C-694D-41C4-8BA5-A70A23427574}"/>
          </ac:spMkLst>
        </pc:spChg>
        <pc:spChg chg="add del mod">
          <ac:chgData name="karunya seelam" userId="54b95aa8285046e0" providerId="LiveId" clId="{B4CDE8E7-44BB-4E3E-940D-0EC5AE1EE0C8}" dt="2025-12-17T06:29:51.248" v="204"/>
          <ac:spMkLst>
            <pc:docMk/>
            <pc:sldMk cId="3610829826" sldId="277"/>
            <ac:spMk id="4" creationId="{94741DB4-D742-DA7E-F8C2-7A04A0903FD0}"/>
          </ac:spMkLst>
        </pc:spChg>
        <pc:spChg chg="add mod">
          <ac:chgData name="karunya seelam" userId="54b95aa8285046e0" providerId="LiveId" clId="{B4CDE8E7-44BB-4E3E-940D-0EC5AE1EE0C8}" dt="2025-12-17T06:29:51.208" v="202" actId="255"/>
          <ac:spMkLst>
            <pc:docMk/>
            <pc:sldMk cId="3610829826" sldId="277"/>
            <ac:spMk id="5" creationId="{24248287-0FEE-2F2E-9767-B1DD9682462A}"/>
          </ac:spMkLst>
        </pc:spChg>
      </pc:sldChg>
      <pc:sldChg chg="modSp new mod">
        <pc:chgData name="karunya seelam" userId="54b95aa8285046e0" providerId="LiveId" clId="{B4CDE8E7-44BB-4E3E-940D-0EC5AE1EE0C8}" dt="2025-12-17T06:31:20.589" v="226" actId="20577"/>
        <pc:sldMkLst>
          <pc:docMk/>
          <pc:sldMk cId="2093485219" sldId="278"/>
        </pc:sldMkLst>
        <pc:spChg chg="mod">
          <ac:chgData name="karunya seelam" userId="54b95aa8285046e0" providerId="LiveId" clId="{B4CDE8E7-44BB-4E3E-940D-0EC5AE1EE0C8}" dt="2025-12-17T06:30:18.519" v="206"/>
          <ac:spMkLst>
            <pc:docMk/>
            <pc:sldMk cId="2093485219" sldId="278"/>
            <ac:spMk id="2" creationId="{2DD7D0BB-15D1-F258-A1B0-D51A7BA3B0D0}"/>
          </ac:spMkLst>
        </pc:spChg>
        <pc:spChg chg="mod">
          <ac:chgData name="karunya seelam" userId="54b95aa8285046e0" providerId="LiveId" clId="{B4CDE8E7-44BB-4E3E-940D-0EC5AE1EE0C8}" dt="2025-12-17T06:31:20.589" v="226" actId="20577"/>
          <ac:spMkLst>
            <pc:docMk/>
            <pc:sldMk cId="2093485219" sldId="278"/>
            <ac:spMk id="3" creationId="{81AF5192-0B87-781F-39D9-EAF5D68D81D0}"/>
          </ac:spMkLst>
        </pc:spChg>
      </pc:sldChg>
      <pc:sldChg chg="modSp new del mod">
        <pc:chgData name="karunya seelam" userId="54b95aa8285046e0" providerId="LiveId" clId="{B4CDE8E7-44BB-4E3E-940D-0EC5AE1EE0C8}" dt="2025-12-17T04:16:59.773" v="150" actId="2696"/>
        <pc:sldMkLst>
          <pc:docMk/>
          <pc:sldMk cId="3624828498" sldId="278"/>
        </pc:sldMkLst>
        <pc:spChg chg="mod">
          <ac:chgData name="karunya seelam" userId="54b95aa8285046e0" providerId="LiveId" clId="{B4CDE8E7-44BB-4E3E-940D-0EC5AE1EE0C8}" dt="2025-12-17T04:16:55.171" v="149" actId="20577"/>
          <ac:spMkLst>
            <pc:docMk/>
            <pc:sldMk cId="3624828498" sldId="278"/>
            <ac:spMk id="2" creationId="{CE24B6C5-BF83-C5EC-7906-B1CABDF868D6}"/>
          </ac:spMkLst>
        </pc:spChg>
      </pc:sldChg>
      <pc:sldChg chg="modSp new mod">
        <pc:chgData name="karunya seelam" userId="54b95aa8285046e0" providerId="LiveId" clId="{B4CDE8E7-44BB-4E3E-940D-0EC5AE1EE0C8}" dt="2025-12-17T06:34:18.601" v="273" actId="20577"/>
        <pc:sldMkLst>
          <pc:docMk/>
          <pc:sldMk cId="2961514435" sldId="279"/>
        </pc:sldMkLst>
        <pc:spChg chg="mod">
          <ac:chgData name="karunya seelam" userId="54b95aa8285046e0" providerId="LiveId" clId="{B4CDE8E7-44BB-4E3E-940D-0EC5AE1EE0C8}" dt="2025-12-17T06:31:34.798" v="228"/>
          <ac:spMkLst>
            <pc:docMk/>
            <pc:sldMk cId="2961514435" sldId="279"/>
            <ac:spMk id="2" creationId="{4EE9F4DA-9BCC-983C-4C13-3CD8E40EB014}"/>
          </ac:spMkLst>
        </pc:spChg>
        <pc:spChg chg="mod">
          <ac:chgData name="karunya seelam" userId="54b95aa8285046e0" providerId="LiveId" clId="{B4CDE8E7-44BB-4E3E-940D-0EC5AE1EE0C8}" dt="2025-12-17T06:34:18.601" v="273" actId="20577"/>
          <ac:spMkLst>
            <pc:docMk/>
            <pc:sldMk cId="2961514435" sldId="279"/>
            <ac:spMk id="3" creationId="{C38D673A-9AFB-D989-ABE1-8776C8570F19}"/>
          </ac:spMkLst>
        </pc:spChg>
      </pc:sldChg>
      <pc:sldChg chg="addSp delSp modSp new mod">
        <pc:chgData name="karunya seelam" userId="54b95aa8285046e0" providerId="LiveId" clId="{B4CDE8E7-44BB-4E3E-940D-0EC5AE1EE0C8}" dt="2025-12-17T06:37:19.296" v="355" actId="20577"/>
        <pc:sldMkLst>
          <pc:docMk/>
          <pc:sldMk cId="4225128010" sldId="280"/>
        </pc:sldMkLst>
        <pc:spChg chg="mod">
          <ac:chgData name="karunya seelam" userId="54b95aa8285046e0" providerId="LiveId" clId="{B4CDE8E7-44BB-4E3E-940D-0EC5AE1EE0C8}" dt="2025-12-17T06:34:56.185" v="289" actId="20577"/>
          <ac:spMkLst>
            <pc:docMk/>
            <pc:sldMk cId="4225128010" sldId="280"/>
            <ac:spMk id="2" creationId="{88D454BF-881D-EB8D-6C3D-70B263B90835}"/>
          </ac:spMkLst>
        </pc:spChg>
        <pc:spChg chg="del">
          <ac:chgData name="karunya seelam" userId="54b95aa8285046e0" providerId="LiveId" clId="{B4CDE8E7-44BB-4E3E-940D-0EC5AE1EE0C8}" dt="2025-12-17T06:35:15.492" v="290"/>
          <ac:spMkLst>
            <pc:docMk/>
            <pc:sldMk cId="4225128010" sldId="280"/>
            <ac:spMk id="3" creationId="{2F365AA4-2E23-2E72-9DB8-3ABDB0691197}"/>
          </ac:spMkLst>
        </pc:spChg>
        <pc:spChg chg="add mod">
          <ac:chgData name="karunya seelam" userId="54b95aa8285046e0" providerId="LiveId" clId="{B4CDE8E7-44BB-4E3E-940D-0EC5AE1EE0C8}" dt="2025-12-17T06:37:19.296" v="355" actId="20577"/>
          <ac:spMkLst>
            <pc:docMk/>
            <pc:sldMk cId="4225128010" sldId="280"/>
            <ac:spMk id="4" creationId="{3AC1BFF8-E05D-FC10-15A3-E92713FEB9B2}"/>
          </ac:spMkLst>
        </pc:spChg>
      </pc:sldChg>
      <pc:sldChg chg="modSp new mod">
        <pc:chgData name="karunya seelam" userId="54b95aa8285046e0" providerId="LiveId" clId="{B4CDE8E7-44BB-4E3E-940D-0EC5AE1EE0C8}" dt="2025-12-17T06:38:59.391" v="364" actId="20577"/>
        <pc:sldMkLst>
          <pc:docMk/>
          <pc:sldMk cId="1135142652" sldId="281"/>
        </pc:sldMkLst>
        <pc:spChg chg="mod">
          <ac:chgData name="karunya seelam" userId="54b95aa8285046e0" providerId="LiveId" clId="{B4CDE8E7-44BB-4E3E-940D-0EC5AE1EE0C8}" dt="2025-12-17T06:38:06.984" v="357"/>
          <ac:spMkLst>
            <pc:docMk/>
            <pc:sldMk cId="1135142652" sldId="281"/>
            <ac:spMk id="2" creationId="{C5E99E12-7986-7CF6-F52A-42EDF6EECF6F}"/>
          </ac:spMkLst>
        </pc:spChg>
        <pc:spChg chg="mod">
          <ac:chgData name="karunya seelam" userId="54b95aa8285046e0" providerId="LiveId" clId="{B4CDE8E7-44BB-4E3E-940D-0EC5AE1EE0C8}" dt="2025-12-17T06:38:59.391" v="364" actId="20577"/>
          <ac:spMkLst>
            <pc:docMk/>
            <pc:sldMk cId="1135142652" sldId="281"/>
            <ac:spMk id="3" creationId="{BB6779D5-6CB1-77FC-D14D-134F24E1323D}"/>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C1FF6DA9-008F-8B48-92A6-B652298478BF}" type="slidenum">
              <a:rPr lang="en-US" smtClean="0"/>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1107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19597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0328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43623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25991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37468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04756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8167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95536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26129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271855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73632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787344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21847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586922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379390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97719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12/17/2025</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70824496"/>
      </p:ext>
    </p:extLst>
  </p:cSld>
  <p:clrMap bg1="lt1" tx1="dk1" bg2="lt2" tx2="dk2" accent1="accent1" accent2="accent2" accent3="accent3" accent4="accent4" accent5="accent5" accent6="accent6" hlink="hlink" folHlink="folHlink"/>
  <p:sldLayoutIdLst>
    <p:sldLayoutId id="2147483971" r:id="rId1"/>
    <p:sldLayoutId id="2147483972" r:id="rId2"/>
    <p:sldLayoutId id="2147483973" r:id="rId3"/>
    <p:sldLayoutId id="2147483974" r:id="rId4"/>
    <p:sldLayoutId id="2147483975" r:id="rId5"/>
    <p:sldLayoutId id="2147483976" r:id="rId6"/>
    <p:sldLayoutId id="2147483977" r:id="rId7"/>
    <p:sldLayoutId id="2147483978" r:id="rId8"/>
    <p:sldLayoutId id="2147483979" r:id="rId9"/>
    <p:sldLayoutId id="2147483980" r:id="rId10"/>
    <p:sldLayoutId id="2147483981" r:id="rId11"/>
    <p:sldLayoutId id="2147483982" r:id="rId12"/>
    <p:sldLayoutId id="2147483983" r:id="rId13"/>
    <p:sldLayoutId id="2147483984" r:id="rId14"/>
    <p:sldLayoutId id="2147483985" r:id="rId15"/>
    <p:sldLayoutId id="2147483986" r:id="rId16"/>
    <p:sldLayoutId id="2147483987"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InsurAI</a:t>
            </a:r>
            <a:r>
              <a:rPr lang="en-US" dirty="0"/>
              <a:t> Corporate Policy Automation and Intelligence System</a:t>
            </a:r>
            <a:endParaRPr dirty="0"/>
          </a:p>
        </p:txBody>
      </p:sp>
      <p:sp>
        <p:nvSpPr>
          <p:cNvPr id="3" name="Content Placeholder 2"/>
          <p:cNvSpPr>
            <a:spLocks noGrp="1"/>
          </p:cNvSpPr>
          <p:nvPr>
            <p:ph idx="1"/>
          </p:nvPr>
        </p:nvSpPr>
        <p:spPr/>
        <p:txBody>
          <a:bodyPr/>
          <a:lstStyle/>
          <a:p>
            <a:pPr marL="0" indent="0">
              <a:buNone/>
            </a:pPr>
            <a:endParaRPr lang="en-IN" dirty="0"/>
          </a:p>
          <a:p>
            <a:r>
              <a:rPr dirty="0"/>
              <a:t>Presented By: </a:t>
            </a:r>
            <a:r>
              <a:rPr lang="en-US" dirty="0"/>
              <a:t>Seelam Karunya</a:t>
            </a:r>
            <a:endParaRPr dirty="0"/>
          </a:p>
          <a:p>
            <a:r>
              <a:rPr dirty="0"/>
              <a:t>Technologies: React JS</a:t>
            </a:r>
            <a:r>
              <a:rPr lang="en-US" dirty="0"/>
              <a:t>, </a:t>
            </a:r>
            <a:r>
              <a:rPr dirty="0"/>
              <a:t>MySQL</a:t>
            </a:r>
            <a:r>
              <a:rPr lang="en-IN" dirty="0"/>
              <a:t> , Java Spring Boot</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pPr marL="0" indent="0">
              <a:buNone/>
            </a:pPr>
            <a:r>
              <a:rPr lang="en-US" dirty="0"/>
              <a:t>The main goal of the project is to provide an insurance management platform for automating and simplifying the most important operations: user authentication, policy selection, plan management, appointment scheduling, voice customer assistance, and admin-level user monitoring..</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Objectives</a:t>
            </a:r>
          </a:p>
        </p:txBody>
      </p:sp>
      <p:sp>
        <p:nvSpPr>
          <p:cNvPr id="5" name="Rectangle 2">
            <a:extLst>
              <a:ext uri="{FF2B5EF4-FFF2-40B4-BE49-F238E27FC236}">
                <a16:creationId xmlns:a16="http://schemas.microsoft.com/office/drawing/2014/main" id="{613098FF-3709-BBA1-12DA-C4A3F2ADB53D}"/>
              </a:ext>
            </a:extLst>
          </p:cNvPr>
          <p:cNvSpPr>
            <a:spLocks noGrp="1" noChangeArrowheads="1"/>
          </p:cNvSpPr>
          <p:nvPr>
            <p:ph idx="1"/>
          </p:nvPr>
        </p:nvSpPr>
        <p:spPr bwMode="auto">
          <a:xfrm>
            <a:off x="1176339" y="2557583"/>
            <a:ext cx="6799262"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spcBef>
                <a:spcPct val="0"/>
              </a:spcBef>
              <a:spcAft>
                <a:spcPct val="0"/>
              </a:spcAft>
              <a:buClrTx/>
              <a:buSzTx/>
              <a:buFontTx/>
              <a:buChar char="•"/>
            </a:pPr>
            <a:r>
              <a:rPr lang="en-US" altLang="en-US" dirty="0">
                <a:solidFill>
                  <a:schemeClr val="tx1"/>
                </a:solidFill>
                <a:latin typeface="+mj-lt"/>
              </a:rPr>
              <a:t>Develop a centralized web application for managing different insurance policies</a:t>
            </a:r>
          </a:p>
          <a:p>
            <a:pPr marL="0" lvl="0" indent="0" defTabSz="914400" eaLnBrk="0" fontAlgn="base" hangingPunct="0">
              <a:spcBef>
                <a:spcPct val="0"/>
              </a:spcBef>
              <a:spcAft>
                <a:spcPct val="0"/>
              </a:spcAft>
              <a:buClrTx/>
              <a:buSzTx/>
              <a:buFontTx/>
              <a:buChar char="•"/>
            </a:pPr>
            <a:r>
              <a:rPr lang="en-US" altLang="en-US" dirty="0">
                <a:solidFill>
                  <a:schemeClr val="tx1"/>
                </a:solidFill>
                <a:latin typeface="+mj-lt"/>
              </a:rPr>
              <a:t>Provide secure login for users and admin</a:t>
            </a:r>
          </a:p>
          <a:p>
            <a:pPr marL="0" lvl="0" indent="0" defTabSz="914400" eaLnBrk="0" fontAlgn="base" hangingPunct="0">
              <a:spcBef>
                <a:spcPct val="0"/>
              </a:spcBef>
              <a:spcAft>
                <a:spcPct val="0"/>
              </a:spcAft>
              <a:buClrTx/>
              <a:buSzTx/>
              <a:buFontTx/>
              <a:buChar char="•"/>
            </a:pPr>
            <a:r>
              <a:rPr lang="en-US" altLang="en-US" dirty="0">
                <a:solidFill>
                  <a:schemeClr val="tx1"/>
                </a:solidFill>
                <a:latin typeface="+mj-lt"/>
              </a:rPr>
              <a:t>To allow users to view insurance plans and book appointments</a:t>
            </a:r>
          </a:p>
          <a:p>
            <a:pPr marL="0" lvl="0" indent="0" defTabSz="914400" eaLnBrk="0" fontAlgn="base" hangingPunct="0">
              <a:spcBef>
                <a:spcPct val="0"/>
              </a:spcBef>
              <a:spcAft>
                <a:spcPct val="0"/>
              </a:spcAft>
              <a:buClrTx/>
              <a:buSzTx/>
              <a:buFontTx/>
              <a:buChar char="•"/>
            </a:pPr>
            <a:r>
              <a:rPr lang="en-US" altLang="en-US" dirty="0">
                <a:solidFill>
                  <a:schemeClr val="tx1"/>
                </a:solidFill>
                <a:latin typeface="+mj-lt"/>
              </a:rPr>
              <a:t>Enable admins to manage users, appointments, and queries</a:t>
            </a:r>
          </a:p>
          <a:p>
            <a:pPr marL="0" lvl="0" indent="0" defTabSz="914400" eaLnBrk="0" fontAlgn="base" hangingPunct="0">
              <a:spcBef>
                <a:spcPct val="0"/>
              </a:spcBef>
              <a:spcAft>
                <a:spcPct val="0"/>
              </a:spcAft>
              <a:buClrTx/>
              <a:buSzTx/>
              <a:buFontTx/>
              <a:buChar char="•"/>
            </a:pPr>
            <a:r>
              <a:rPr lang="en-US" altLang="en-US" dirty="0">
                <a:solidFill>
                  <a:schemeClr val="tx1"/>
                </a:solidFill>
                <a:latin typeface="+mj-lt"/>
              </a:rPr>
              <a:t>To simplify insurance services using digital automation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System Architecture</a:t>
            </a:r>
          </a:p>
        </p:txBody>
      </p:sp>
      <p:sp>
        <p:nvSpPr>
          <p:cNvPr id="3" name="Content Placeholder 2"/>
          <p:cNvSpPr>
            <a:spLocks noGrp="1"/>
          </p:cNvSpPr>
          <p:nvPr>
            <p:ph idx="1"/>
          </p:nvPr>
        </p:nvSpPr>
        <p:spPr/>
        <p:txBody>
          <a:bodyPr>
            <a:normAutofit/>
          </a:bodyPr>
          <a:lstStyle/>
          <a:p>
            <a:r>
              <a:rPr dirty="0"/>
              <a:t>Frontend: React JS</a:t>
            </a:r>
          </a:p>
          <a:p>
            <a:r>
              <a:rPr dirty="0"/>
              <a:t>Backend: Spring Boot</a:t>
            </a:r>
          </a:p>
          <a:p>
            <a:r>
              <a:rPr dirty="0"/>
              <a:t>Database: MySQL</a:t>
            </a:r>
          </a:p>
          <a:p>
            <a:r>
              <a:rPr dirty="0"/>
              <a:t>Security: JWT Authentication</a:t>
            </a:r>
            <a:endParaRPr lang="en-US" dirty="0"/>
          </a:p>
          <a:p>
            <a:r>
              <a:rPr lang="en-IN" dirty="0"/>
              <a:t>Voice Query</a:t>
            </a:r>
            <a:endParaRPr dirty="0"/>
          </a:p>
          <a:p>
            <a:r>
              <a:rPr dirty="0"/>
              <a:t>Multilingual System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Features Implemented</a:t>
            </a:r>
          </a:p>
        </p:txBody>
      </p:sp>
      <p:sp>
        <p:nvSpPr>
          <p:cNvPr id="5" name="Rectangle 2">
            <a:extLst>
              <a:ext uri="{FF2B5EF4-FFF2-40B4-BE49-F238E27FC236}">
                <a16:creationId xmlns:a16="http://schemas.microsoft.com/office/drawing/2014/main" id="{A0240692-A1B1-2ED3-DE48-98F3E880675A}"/>
              </a:ext>
            </a:extLst>
          </p:cNvPr>
          <p:cNvSpPr>
            <a:spLocks noGrp="1" noChangeArrowheads="1"/>
          </p:cNvSpPr>
          <p:nvPr>
            <p:ph idx="1"/>
          </p:nvPr>
        </p:nvSpPr>
        <p:spPr bwMode="auto">
          <a:xfrm>
            <a:off x="1176865" y="2819945"/>
            <a:ext cx="7492757" cy="2785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User &amp; Admin Login and Registration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Role-based access (User / Admin)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Insurance plan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Appointment booking with insurance type selection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Admin dashboard for monitoring users and appointments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Customer query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Responsive and user-friendly UI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PlantUML diagram">
            <a:extLst>
              <a:ext uri="{FF2B5EF4-FFF2-40B4-BE49-F238E27FC236}">
                <a16:creationId xmlns:a16="http://schemas.microsoft.com/office/drawing/2014/main" id="{0BD7AB28-93CD-46BD-F9A9-00ED20C3B54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4579" y="649705"/>
            <a:ext cx="5594684" cy="56428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8171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0FF53-CDC4-8BD3-DC9D-9A4F36E757A9}"/>
              </a:ext>
            </a:extLst>
          </p:cNvPr>
          <p:cNvSpPr>
            <a:spLocks noGrp="1"/>
          </p:cNvSpPr>
          <p:nvPr>
            <p:ph type="title"/>
          </p:nvPr>
        </p:nvSpPr>
        <p:spPr/>
        <p:txBody>
          <a:bodyPr/>
          <a:lstStyle/>
          <a:p>
            <a:r>
              <a:rPr lang="en-IN" dirty="0"/>
              <a:t>System Methodology</a:t>
            </a:r>
          </a:p>
        </p:txBody>
      </p:sp>
      <p:sp>
        <p:nvSpPr>
          <p:cNvPr id="5" name="Rectangle 2">
            <a:extLst>
              <a:ext uri="{FF2B5EF4-FFF2-40B4-BE49-F238E27FC236}">
                <a16:creationId xmlns:a16="http://schemas.microsoft.com/office/drawing/2014/main" id="{24248287-0FEE-2F2E-9767-B1DD9682462A}"/>
              </a:ext>
            </a:extLst>
          </p:cNvPr>
          <p:cNvSpPr>
            <a:spLocks noGrp="1" noChangeArrowheads="1"/>
          </p:cNvSpPr>
          <p:nvPr>
            <p:ph idx="1"/>
          </p:nvPr>
        </p:nvSpPr>
        <p:spPr bwMode="auto">
          <a:xfrm>
            <a:off x="982663" y="2556218"/>
            <a:ext cx="6915548" cy="2785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Requirement analysis to identify system needs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Database design for users, plans, and appointments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Backend development using Spring Boot REST APIs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Frontend development using React components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Integration using Axios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Testing and debugging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Final deployment on local server</a:t>
            </a:r>
          </a:p>
        </p:txBody>
      </p:sp>
    </p:spTree>
    <p:extLst>
      <p:ext uri="{BB962C8B-B14F-4D97-AF65-F5344CB8AC3E}">
        <p14:creationId xmlns:p14="http://schemas.microsoft.com/office/powerpoint/2010/main" val="3610829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7D0BB-15D1-F258-A1B0-D51A7BA3B0D0}"/>
              </a:ext>
            </a:extLst>
          </p:cNvPr>
          <p:cNvSpPr>
            <a:spLocks noGrp="1"/>
          </p:cNvSpPr>
          <p:nvPr>
            <p:ph type="title"/>
          </p:nvPr>
        </p:nvSpPr>
        <p:spPr/>
        <p:txBody>
          <a:bodyPr/>
          <a:lstStyle/>
          <a:p>
            <a:r>
              <a:rPr lang="en-IN" dirty="0"/>
              <a:t>Modules</a:t>
            </a:r>
          </a:p>
        </p:txBody>
      </p:sp>
      <p:sp>
        <p:nvSpPr>
          <p:cNvPr id="3" name="Content Placeholder 2">
            <a:extLst>
              <a:ext uri="{FF2B5EF4-FFF2-40B4-BE49-F238E27FC236}">
                <a16:creationId xmlns:a16="http://schemas.microsoft.com/office/drawing/2014/main" id="{81AF5192-0B87-781F-39D9-EAF5D68D81D0}"/>
              </a:ext>
            </a:extLst>
          </p:cNvPr>
          <p:cNvSpPr>
            <a:spLocks noGrp="1"/>
          </p:cNvSpPr>
          <p:nvPr>
            <p:ph idx="1"/>
          </p:nvPr>
        </p:nvSpPr>
        <p:spPr/>
        <p:txBody>
          <a:bodyPr/>
          <a:lstStyle/>
          <a:p>
            <a:pPr marL="0" indent="0">
              <a:buNone/>
            </a:pPr>
            <a:r>
              <a:rPr lang="en-US" b="1" dirty="0"/>
              <a:t>User Module</a:t>
            </a:r>
          </a:p>
          <a:p>
            <a:r>
              <a:rPr lang="en-US" dirty="0"/>
              <a:t>Registration and Login</a:t>
            </a:r>
          </a:p>
          <a:p>
            <a:r>
              <a:rPr lang="en-US" dirty="0"/>
              <a:t>View insurance plans</a:t>
            </a:r>
          </a:p>
          <a:p>
            <a:r>
              <a:rPr lang="en-US" dirty="0"/>
              <a:t>Book appointments</a:t>
            </a:r>
          </a:p>
          <a:p>
            <a:r>
              <a:rPr lang="en-US" dirty="0"/>
              <a:t>Voice queries</a:t>
            </a:r>
          </a:p>
          <a:p>
            <a:r>
              <a:rPr lang="en-US" dirty="0"/>
              <a:t>Contact page</a:t>
            </a:r>
          </a:p>
          <a:p>
            <a:endParaRPr lang="en-IN" dirty="0"/>
          </a:p>
        </p:txBody>
      </p:sp>
    </p:spTree>
    <p:extLst>
      <p:ext uri="{BB962C8B-B14F-4D97-AF65-F5344CB8AC3E}">
        <p14:creationId xmlns:p14="http://schemas.microsoft.com/office/powerpoint/2010/main" val="2093485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9F4DA-9BCC-983C-4C13-3CD8E40EB014}"/>
              </a:ext>
            </a:extLst>
          </p:cNvPr>
          <p:cNvSpPr>
            <a:spLocks noGrp="1"/>
          </p:cNvSpPr>
          <p:nvPr>
            <p:ph type="title"/>
          </p:nvPr>
        </p:nvSpPr>
        <p:spPr/>
        <p:txBody>
          <a:bodyPr/>
          <a:lstStyle/>
          <a:p>
            <a:r>
              <a:rPr lang="en-IN" dirty="0"/>
              <a:t>Modules</a:t>
            </a:r>
          </a:p>
        </p:txBody>
      </p:sp>
      <p:sp>
        <p:nvSpPr>
          <p:cNvPr id="3" name="Content Placeholder 2">
            <a:extLst>
              <a:ext uri="{FF2B5EF4-FFF2-40B4-BE49-F238E27FC236}">
                <a16:creationId xmlns:a16="http://schemas.microsoft.com/office/drawing/2014/main" id="{C38D673A-9AFB-D989-ABE1-8776C8570F19}"/>
              </a:ext>
            </a:extLst>
          </p:cNvPr>
          <p:cNvSpPr>
            <a:spLocks noGrp="1"/>
          </p:cNvSpPr>
          <p:nvPr>
            <p:ph idx="1"/>
          </p:nvPr>
        </p:nvSpPr>
        <p:spPr/>
        <p:txBody>
          <a:bodyPr/>
          <a:lstStyle/>
          <a:p>
            <a:pPr marL="0" indent="0">
              <a:buNone/>
            </a:pPr>
            <a:r>
              <a:rPr lang="en-US" b="1" dirty="0"/>
              <a:t>Admin Module</a:t>
            </a:r>
          </a:p>
          <a:p>
            <a:r>
              <a:rPr lang="en-US" dirty="0"/>
              <a:t>Admin login with special key</a:t>
            </a:r>
          </a:p>
          <a:p>
            <a:r>
              <a:rPr lang="en-US" dirty="0"/>
              <a:t>View all users</a:t>
            </a:r>
          </a:p>
          <a:p>
            <a:r>
              <a:rPr lang="en-US" dirty="0"/>
              <a:t>View and manage appointments</a:t>
            </a:r>
          </a:p>
          <a:p>
            <a:r>
              <a:rPr lang="en-US" dirty="0"/>
              <a:t>Handle customer queries</a:t>
            </a:r>
          </a:p>
          <a:p>
            <a:r>
              <a:rPr lang="en-US" dirty="0"/>
              <a:t>Analytics &amp; Reports</a:t>
            </a:r>
          </a:p>
          <a:p>
            <a:endParaRPr lang="en-IN" dirty="0"/>
          </a:p>
        </p:txBody>
      </p:sp>
    </p:spTree>
    <p:extLst>
      <p:ext uri="{BB962C8B-B14F-4D97-AF65-F5344CB8AC3E}">
        <p14:creationId xmlns:p14="http://schemas.microsoft.com/office/powerpoint/2010/main" val="2961514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454BF-881D-EB8D-6C3D-70B263B90835}"/>
              </a:ext>
            </a:extLst>
          </p:cNvPr>
          <p:cNvSpPr>
            <a:spLocks noGrp="1"/>
          </p:cNvSpPr>
          <p:nvPr>
            <p:ph type="title"/>
          </p:nvPr>
        </p:nvSpPr>
        <p:spPr/>
        <p:txBody>
          <a:bodyPr/>
          <a:lstStyle/>
          <a:p>
            <a:r>
              <a:rPr lang="en-US" dirty="0"/>
              <a:t>System Overview</a:t>
            </a:r>
            <a:endParaRPr lang="en-IN" dirty="0"/>
          </a:p>
        </p:txBody>
      </p:sp>
      <p:sp>
        <p:nvSpPr>
          <p:cNvPr id="4" name="Rectangle 1">
            <a:extLst>
              <a:ext uri="{FF2B5EF4-FFF2-40B4-BE49-F238E27FC236}">
                <a16:creationId xmlns:a16="http://schemas.microsoft.com/office/drawing/2014/main" id="{3AC1BFF8-E05D-FC10-15A3-E92713FEB9B2}"/>
              </a:ext>
            </a:extLst>
          </p:cNvPr>
          <p:cNvSpPr>
            <a:spLocks noGrp="1" noChangeArrowheads="1"/>
          </p:cNvSpPr>
          <p:nvPr>
            <p:ph idx="1"/>
          </p:nvPr>
        </p:nvSpPr>
        <p:spPr bwMode="auto">
          <a:xfrm>
            <a:off x="792481" y="2504473"/>
            <a:ext cx="780287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mj-lt"/>
              </a:rPr>
              <a:t>InsurAI</a:t>
            </a:r>
            <a:r>
              <a:rPr kumimoji="0" lang="en-US" altLang="en-US" sz="1800" b="0" i="0" u="none" strike="noStrike" cap="none" normalizeH="0" baseline="0" dirty="0">
                <a:ln>
                  <a:noFill/>
                </a:ln>
                <a:solidFill>
                  <a:schemeClr val="tx1"/>
                </a:solidFill>
                <a:effectLst/>
                <a:latin typeface="+mj-lt"/>
              </a:rPr>
              <a:t> is a </a:t>
            </a:r>
            <a:r>
              <a:rPr kumimoji="0" lang="en-US" altLang="en-US" sz="1800" b="1" i="0" u="none" strike="noStrike" cap="none" normalizeH="0" baseline="0" dirty="0">
                <a:ln>
                  <a:noFill/>
                </a:ln>
                <a:solidFill>
                  <a:schemeClr val="tx1"/>
                </a:solidFill>
                <a:effectLst/>
                <a:latin typeface="+mj-lt"/>
              </a:rPr>
              <a:t>web-based insurance management system</a:t>
            </a:r>
            <a:endParaRPr kumimoji="0" lang="en-US" altLang="en-US" sz="18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j-lt"/>
              </a:rPr>
              <a:t>Supports multiple insurance types: </a:t>
            </a:r>
            <a:r>
              <a:rPr kumimoji="0" lang="en-US" altLang="en-US" sz="1800" b="1" i="0" u="none" strike="noStrike" cap="none" normalizeH="0" baseline="0" dirty="0">
                <a:ln>
                  <a:noFill/>
                </a:ln>
                <a:solidFill>
                  <a:schemeClr val="tx1"/>
                </a:solidFill>
                <a:effectLst/>
                <a:latin typeface="+mj-lt"/>
              </a:rPr>
              <a:t>Health, Car, Shop, </a:t>
            </a:r>
            <a:r>
              <a:rPr lang="en-US" altLang="en-US" sz="1800" b="1" dirty="0" err="1">
                <a:solidFill>
                  <a:schemeClr val="tx1"/>
                </a:solidFill>
                <a:latin typeface="+mj-lt"/>
              </a:rPr>
              <a:t>Travel,</a:t>
            </a:r>
            <a:r>
              <a:rPr kumimoji="0" lang="en-US" altLang="en-US" sz="1800" b="1" i="0" u="none" strike="noStrike" cap="none" normalizeH="0" baseline="0" dirty="0" err="1">
                <a:ln>
                  <a:noFill/>
                </a:ln>
                <a:solidFill>
                  <a:schemeClr val="tx1"/>
                </a:solidFill>
                <a:effectLst/>
                <a:latin typeface="+mj-lt"/>
              </a:rPr>
              <a:t>etc</a:t>
            </a:r>
            <a:r>
              <a:rPr kumimoji="0" lang="en-US" altLang="en-US" sz="1800" b="1" i="0" u="none" strike="noStrike" cap="none" normalizeH="0" baseline="0" dirty="0">
                <a:ln>
                  <a:noFill/>
                </a:ln>
                <a:solidFill>
                  <a:schemeClr val="tx1"/>
                </a:solidFill>
                <a:effectLst/>
                <a:latin typeface="+mj-lt"/>
              </a:rPr>
              <a:t>.</a:t>
            </a:r>
            <a:endParaRPr kumimoji="0" lang="en-US" altLang="en-US" sz="18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j-lt"/>
              </a:rPr>
              <a:t>Users can: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mj-lt"/>
              </a:rPr>
              <a:t>	Register and login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mj-lt"/>
              </a:rPr>
              <a:t>	View insurance plans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mj-lt"/>
              </a:rPr>
              <a:t>	Book appointments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mj-lt"/>
              </a:rPr>
              <a:t>	Raise queries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j-lt"/>
              </a:rPr>
              <a:t>Admin can: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mj-lt"/>
              </a:rPr>
              <a:t>	View users and appointments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mj-lt"/>
              </a:rPr>
              <a:t>	Manage insurance plans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mj-lt"/>
              </a:rPr>
              <a:t>	Handle customer queries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j-lt"/>
              </a:rPr>
              <a:t>Built using </a:t>
            </a:r>
            <a:r>
              <a:rPr kumimoji="0" lang="en-US" altLang="en-US" sz="1800" b="1" i="0" u="none" strike="noStrike" cap="none" normalizeH="0" baseline="0" dirty="0">
                <a:ln>
                  <a:noFill/>
                </a:ln>
                <a:solidFill>
                  <a:schemeClr val="tx1"/>
                </a:solidFill>
                <a:effectLst/>
                <a:latin typeface="+mj-lt"/>
              </a:rPr>
              <a:t>React (frontend)</a:t>
            </a:r>
            <a:r>
              <a:rPr kumimoji="0" lang="en-US" altLang="en-US" sz="1800" b="0" i="0" u="none" strike="noStrike" cap="none" normalizeH="0" baseline="0" dirty="0">
                <a:ln>
                  <a:noFill/>
                </a:ln>
                <a:solidFill>
                  <a:schemeClr val="tx1"/>
                </a:solidFill>
                <a:effectLst/>
                <a:latin typeface="+mj-lt"/>
              </a:rPr>
              <a:t> and </a:t>
            </a:r>
            <a:r>
              <a:rPr kumimoji="0" lang="en-US" altLang="en-US" sz="1800" b="1" i="0" u="none" strike="noStrike" cap="none" normalizeH="0" baseline="0" dirty="0">
                <a:ln>
                  <a:noFill/>
                </a:ln>
                <a:solidFill>
                  <a:schemeClr val="tx1"/>
                </a:solidFill>
                <a:effectLst/>
                <a:latin typeface="+mj-lt"/>
              </a:rPr>
              <a:t>Spring Boot (backend)</a:t>
            </a:r>
            <a:r>
              <a:rPr kumimoji="0" lang="en-US" altLang="en-US" sz="1800" b="0" i="0" u="none" strike="noStrike" cap="none" normalizeH="0" baseline="0" dirty="0">
                <a:ln>
                  <a:noFill/>
                </a:ln>
                <a:solidFill>
                  <a:schemeClr val="tx1"/>
                </a:solidFill>
                <a:effectLst/>
                <a:latin typeface="+mj-lt"/>
              </a:rPr>
              <a:t> with </a:t>
            </a:r>
            <a:r>
              <a:rPr kumimoji="0" lang="en-US" altLang="en-US" sz="1800" b="1" i="0" u="none" strike="noStrike" cap="none" normalizeH="0" baseline="0" dirty="0">
                <a:ln>
                  <a:noFill/>
                </a:ln>
                <a:solidFill>
                  <a:schemeClr val="tx1"/>
                </a:solidFill>
                <a:effectLst/>
                <a:latin typeface="+mj-lt"/>
              </a:rPr>
              <a:t>MySQL database</a:t>
            </a:r>
            <a:endParaRPr kumimoji="0" lang="en-US" altLang="en-US" sz="18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4225128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99E12-7986-7CF6-F52A-42EDF6EECF6F}"/>
              </a:ext>
            </a:extLst>
          </p:cNvPr>
          <p:cNvSpPr>
            <a:spLocks noGrp="1"/>
          </p:cNvSpPr>
          <p:nvPr>
            <p:ph type="title"/>
          </p:nvPr>
        </p:nvSpPr>
        <p:spPr/>
        <p:txBody>
          <a:bodyPr/>
          <a:lstStyle/>
          <a:p>
            <a:r>
              <a:rPr lang="en-IN" dirty="0"/>
              <a:t>Acknowledgment</a:t>
            </a:r>
          </a:p>
        </p:txBody>
      </p:sp>
      <p:sp>
        <p:nvSpPr>
          <p:cNvPr id="3" name="Content Placeholder 2">
            <a:extLst>
              <a:ext uri="{FF2B5EF4-FFF2-40B4-BE49-F238E27FC236}">
                <a16:creationId xmlns:a16="http://schemas.microsoft.com/office/drawing/2014/main" id="{BB6779D5-6CB1-77FC-D14D-134F24E1323D}"/>
              </a:ext>
            </a:extLst>
          </p:cNvPr>
          <p:cNvSpPr>
            <a:spLocks noGrp="1"/>
          </p:cNvSpPr>
          <p:nvPr>
            <p:ph idx="1"/>
          </p:nvPr>
        </p:nvSpPr>
        <p:spPr>
          <a:xfrm>
            <a:off x="822960" y="2490135"/>
            <a:ext cx="7152641" cy="3444997"/>
          </a:xfrm>
        </p:spPr>
        <p:txBody>
          <a:bodyPr/>
          <a:lstStyle/>
          <a:p>
            <a:pPr marL="0" indent="0">
              <a:buNone/>
            </a:pPr>
            <a:r>
              <a:rPr lang="en-US" dirty="0"/>
              <a:t>I would like to express my sincere gratitude to </a:t>
            </a:r>
            <a:r>
              <a:rPr lang="en-US" b="1" dirty="0"/>
              <a:t>Infosys Springboard</a:t>
            </a:r>
            <a:r>
              <a:rPr lang="en-US" dirty="0"/>
              <a:t> for providing this internship opportunity.</a:t>
            </a:r>
            <a:br>
              <a:rPr lang="en-US" dirty="0"/>
            </a:br>
            <a:r>
              <a:rPr lang="en-US" dirty="0"/>
              <a:t>I also thank my mentors and faculty for their guidance and support throughout the project. This project helped me gain practical knowledge in </a:t>
            </a:r>
            <a:r>
              <a:rPr lang="en-US" b="1" dirty="0"/>
              <a:t>full-stack web development</a:t>
            </a:r>
            <a:r>
              <a:rPr lang="en-US" dirty="0"/>
              <a:t>.</a:t>
            </a:r>
            <a:endParaRPr lang="en-IN" dirty="0"/>
          </a:p>
        </p:txBody>
      </p:sp>
    </p:spTree>
    <p:extLst>
      <p:ext uri="{BB962C8B-B14F-4D97-AF65-F5344CB8AC3E}">
        <p14:creationId xmlns:p14="http://schemas.microsoft.com/office/powerpoint/2010/main" val="11351426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rPr lang="en-US" dirty="0"/>
              <a:t>The </a:t>
            </a:r>
            <a:r>
              <a:rPr lang="en-US" dirty="0" err="1"/>
              <a:t>InsurAI</a:t>
            </a:r>
            <a:r>
              <a:rPr lang="en-US" dirty="0"/>
              <a:t> project provides an easy and secure way to manage insurance policies online. It allows users to view plans and book appointments, while admins can manage users and appointments efficiently. This project helped in learning full-stack web development using React, Spring Boot, and MySQL.</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2474976"/>
            <a:ext cx="6798734" cy="3108960"/>
          </a:xfrm>
        </p:spPr>
        <p:txBody>
          <a:bodyPr>
            <a:normAutofit/>
          </a:bodyPr>
          <a:lstStyle/>
          <a:p>
            <a:r>
              <a:rPr sz="7000" dirty="0"/>
              <a:t>Thank You</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TM02900743[[fn=Organic]]</Template>
  <TotalTime>257</TotalTime>
  <Words>420</Words>
  <Application>Microsoft Office PowerPoint</Application>
  <PresentationFormat>On-screen Show (4:3)</PresentationFormat>
  <Paragraphs>67</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Garamond</vt:lpstr>
      <vt:lpstr>Organic</vt:lpstr>
      <vt:lpstr>InsurAI Corporate Policy Automation and Intelligence System</vt:lpstr>
      <vt:lpstr>Introduction</vt:lpstr>
      <vt:lpstr>Objectives</vt:lpstr>
      <vt:lpstr>System Architecture</vt:lpstr>
      <vt:lpstr>Features Implemented</vt:lpstr>
      <vt:lpstr>PowerPoint Presentation</vt:lpstr>
      <vt:lpstr>System Methodology</vt:lpstr>
      <vt:lpstr>Modules</vt:lpstr>
      <vt:lpstr>Modules</vt:lpstr>
      <vt:lpstr>System Overview</vt:lpstr>
      <vt:lpstr>Acknowledgment</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karunya seelam</cp:lastModifiedBy>
  <cp:revision>4</cp:revision>
  <dcterms:created xsi:type="dcterms:W3CDTF">2013-01-27T09:14:16Z</dcterms:created>
  <dcterms:modified xsi:type="dcterms:W3CDTF">2025-12-17T06:56:04Z</dcterms:modified>
  <cp:category/>
</cp:coreProperties>
</file>